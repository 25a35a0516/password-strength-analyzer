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b1dfaeb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b1dfaeb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b1dfaeb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9b1dfaeb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9b1dfaeb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9b1dfaeb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b1dfaeb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b1dfaeb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9b1dfaeb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9b1dfaeb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b1dfaeb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9b1dfaeb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9b1dfaeb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9b1dfaeb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b1dfaeb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9b1dfaeb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Password Strength Analyzer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Thinking &amp; Innovation Lab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Many users create weak passwords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Weak passwords increase risk of hacking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Users lack awareness of password strength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Char char="●"/>
            </a:pPr>
            <a:r>
              <a:rPr lang="en" sz="1800"/>
              <a:t>No instant feedback while creating passwords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 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Developed a Password Strength Analyzer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Provides real-time feedback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Evaluates password using security rules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Displays strength as Weak / Medium / Strong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Thinking Approach 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7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rgbClr val="000000"/>
                </a:solidFill>
              </a:rPr>
              <a:t>Empathize:</a:t>
            </a:r>
            <a:r>
              <a:rPr lang="en" sz="1783">
                <a:solidFill>
                  <a:srgbClr val="000000"/>
                </a:solidFill>
              </a:rPr>
              <a:t> Users struggle with secure passwords</a:t>
            </a:r>
            <a:endParaRPr sz="1783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rgbClr val="000000"/>
                </a:solidFill>
              </a:rPr>
              <a:t>Define:</a:t>
            </a:r>
            <a:r>
              <a:rPr lang="en" sz="1783">
                <a:solidFill>
                  <a:srgbClr val="000000"/>
                </a:solidFill>
              </a:rPr>
              <a:t> Need easy validation system</a:t>
            </a:r>
            <a:endParaRPr sz="1783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rgbClr val="000000"/>
                </a:solidFill>
              </a:rPr>
              <a:t>Ideate:</a:t>
            </a:r>
            <a:r>
              <a:rPr lang="en" sz="1783">
                <a:solidFill>
                  <a:srgbClr val="000000"/>
                </a:solidFill>
              </a:rPr>
              <a:t> Create password analyzer</a:t>
            </a:r>
            <a:endParaRPr sz="1783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rgbClr val="000000"/>
                </a:solidFill>
              </a:rPr>
              <a:t>Prototype:</a:t>
            </a:r>
            <a:r>
              <a:rPr lang="en" sz="1783">
                <a:solidFill>
                  <a:srgbClr val="000000"/>
                </a:solidFill>
              </a:rPr>
              <a:t> Built using web technologies</a:t>
            </a:r>
            <a:endParaRPr sz="1783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83">
                <a:solidFill>
                  <a:srgbClr val="000000"/>
                </a:solidFill>
              </a:rPr>
              <a:t>Test:</a:t>
            </a:r>
            <a:r>
              <a:rPr lang="en" sz="1783">
                <a:solidFill>
                  <a:srgbClr val="000000"/>
                </a:solidFill>
              </a:rPr>
              <a:t> Tested with multiple inputs</a:t>
            </a:r>
            <a:endParaRPr sz="1783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5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658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001"/>
              <a:t>Real-time strength detection</a:t>
            </a:r>
            <a:endParaRPr sz="2001"/>
          </a:p>
          <a:p>
            <a:pPr indent="-336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001"/>
              <a:t>Visual strength indicator (progress bar)</a:t>
            </a:r>
            <a:endParaRPr sz="2001"/>
          </a:p>
          <a:p>
            <a:pPr indent="-336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001"/>
              <a:t>Show/Hide password option</a:t>
            </a:r>
            <a:endParaRPr sz="2001"/>
          </a:p>
          <a:p>
            <a:pPr indent="-336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001"/>
              <a:t>Checks for:</a:t>
            </a:r>
            <a:endParaRPr sz="2001"/>
          </a:p>
          <a:p>
            <a:pPr indent="-33658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 sz="2001"/>
              <a:t>Minimum length</a:t>
            </a:r>
            <a:endParaRPr sz="2001"/>
          </a:p>
          <a:p>
            <a:pPr indent="-33658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 sz="2001"/>
              <a:t>Uppercase &amp; lowercase letters</a:t>
            </a:r>
            <a:endParaRPr sz="2001"/>
          </a:p>
          <a:p>
            <a:pPr indent="-33658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 sz="2001"/>
              <a:t>Numbers</a:t>
            </a:r>
            <a:endParaRPr sz="2001"/>
          </a:p>
          <a:p>
            <a:pPr indent="-33658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n" sz="2001"/>
              <a:t>Special characters</a:t>
            </a:r>
            <a:endParaRPr sz="329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 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7650" y="2078875"/>
            <a:ext cx="7688700" cy="26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927">
                <a:solidFill>
                  <a:srgbClr val="000000"/>
                </a:solidFill>
              </a:rPr>
              <a:t>Tech Stack</a:t>
            </a:r>
            <a:endParaRPr b="1" sz="2927">
              <a:solidFill>
                <a:srgbClr val="000000"/>
              </a:solidFill>
            </a:endParaRPr>
          </a:p>
          <a:p>
            <a:pPr indent="-33082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927">
                <a:solidFill>
                  <a:srgbClr val="000000"/>
                </a:solidFill>
              </a:rPr>
              <a:t>HTML → Structure</a:t>
            </a:r>
            <a:endParaRPr sz="2927">
              <a:solidFill>
                <a:srgbClr val="000000"/>
              </a:solidFill>
            </a:endParaRPr>
          </a:p>
          <a:p>
            <a:pPr indent="-3308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927">
                <a:solidFill>
                  <a:srgbClr val="000000"/>
                </a:solidFill>
              </a:rPr>
              <a:t>CSS → Styling &amp; layout</a:t>
            </a:r>
            <a:endParaRPr sz="2927">
              <a:solidFill>
                <a:srgbClr val="000000"/>
              </a:solidFill>
            </a:endParaRPr>
          </a:p>
          <a:p>
            <a:pPr indent="-3308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927">
                <a:solidFill>
                  <a:srgbClr val="000000"/>
                </a:solidFill>
              </a:rPr>
              <a:t>JavaScript → Logic &amp; validation</a:t>
            </a:r>
            <a:endParaRPr sz="292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927">
                <a:solidFill>
                  <a:srgbClr val="000000"/>
                </a:solidFill>
              </a:rPr>
              <a:t>Concepts Used</a:t>
            </a:r>
            <a:endParaRPr b="1" sz="2927">
              <a:solidFill>
                <a:srgbClr val="000000"/>
              </a:solidFill>
            </a:endParaRPr>
          </a:p>
          <a:p>
            <a:pPr indent="-33082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927">
                <a:solidFill>
                  <a:srgbClr val="000000"/>
                </a:solidFill>
              </a:rPr>
              <a:t>DOM Manipulation</a:t>
            </a:r>
            <a:endParaRPr sz="2927">
              <a:solidFill>
                <a:srgbClr val="000000"/>
              </a:solidFill>
            </a:endParaRPr>
          </a:p>
          <a:p>
            <a:pPr indent="-3308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927">
                <a:solidFill>
                  <a:srgbClr val="000000"/>
                </a:solidFill>
              </a:rPr>
              <a:t>Regular Expressions (Regex)</a:t>
            </a:r>
            <a:endParaRPr sz="292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/ Output 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95">
                <a:solidFill>
                  <a:srgbClr val="000000"/>
                </a:solidFill>
              </a:rPr>
              <a:t>How It Works</a:t>
            </a:r>
            <a:endParaRPr b="1" sz="2095">
              <a:solidFill>
                <a:srgbClr val="000000"/>
              </a:solidFill>
            </a:endParaRPr>
          </a:p>
          <a:p>
            <a:pPr indent="-3217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095">
                <a:solidFill>
                  <a:srgbClr val="000000"/>
                </a:solidFill>
              </a:rPr>
              <a:t>User enters password</a:t>
            </a:r>
            <a:endParaRPr sz="2095">
              <a:solidFill>
                <a:srgbClr val="000000"/>
              </a:solidFill>
            </a:endParaRPr>
          </a:p>
          <a:p>
            <a:pPr indent="-3217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095">
                <a:solidFill>
                  <a:srgbClr val="000000"/>
                </a:solidFill>
              </a:rPr>
              <a:t>System checks multiple conditions</a:t>
            </a:r>
            <a:endParaRPr sz="2095">
              <a:solidFill>
                <a:srgbClr val="000000"/>
              </a:solidFill>
            </a:endParaRPr>
          </a:p>
          <a:p>
            <a:pPr indent="-3217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095">
                <a:solidFill>
                  <a:srgbClr val="000000"/>
                </a:solidFill>
              </a:rPr>
              <a:t>Strength calculated based on score</a:t>
            </a:r>
            <a:endParaRPr sz="2095">
              <a:solidFill>
                <a:srgbClr val="000000"/>
              </a:solidFill>
            </a:endParaRPr>
          </a:p>
          <a:p>
            <a:pPr indent="-3217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" sz="2095">
                <a:solidFill>
                  <a:srgbClr val="000000"/>
                </a:solidFill>
              </a:rPr>
              <a:t>Visual feedback displayed instantly</a:t>
            </a:r>
            <a:endParaRPr sz="209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95">
                <a:solidFill>
                  <a:srgbClr val="000000"/>
                </a:solidFill>
              </a:rPr>
              <a:t>Example</a:t>
            </a:r>
            <a:endParaRPr b="1" sz="2095">
              <a:solidFill>
                <a:srgbClr val="000000"/>
              </a:solidFill>
            </a:endParaRPr>
          </a:p>
          <a:p>
            <a:pPr indent="-3217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095">
                <a:solidFill>
                  <a:srgbClr val="188038"/>
                </a:solidFill>
              </a:rPr>
              <a:t>abc</a:t>
            </a:r>
            <a:r>
              <a:rPr lang="en" sz="2095">
                <a:solidFill>
                  <a:srgbClr val="000000"/>
                </a:solidFill>
              </a:rPr>
              <a:t> → Weak</a:t>
            </a:r>
            <a:endParaRPr sz="2095">
              <a:solidFill>
                <a:srgbClr val="000000"/>
              </a:solidFill>
            </a:endParaRPr>
          </a:p>
          <a:p>
            <a:pPr indent="-3217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095">
                <a:solidFill>
                  <a:srgbClr val="188038"/>
                </a:solidFill>
              </a:rPr>
              <a:t>abc123</a:t>
            </a:r>
            <a:r>
              <a:rPr lang="en" sz="2095">
                <a:solidFill>
                  <a:srgbClr val="000000"/>
                </a:solidFill>
              </a:rPr>
              <a:t> → Medium</a:t>
            </a:r>
            <a:endParaRPr sz="2095">
              <a:solidFill>
                <a:srgbClr val="000000"/>
              </a:solidFill>
            </a:endParaRPr>
          </a:p>
          <a:p>
            <a:pPr indent="-3217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095">
                <a:solidFill>
                  <a:srgbClr val="188038"/>
                </a:solidFill>
              </a:rPr>
              <a:t>Abc@12345</a:t>
            </a:r>
            <a:r>
              <a:rPr lang="en" sz="2095">
                <a:solidFill>
                  <a:srgbClr val="000000"/>
                </a:solidFill>
              </a:rPr>
              <a:t> → Strong</a:t>
            </a:r>
            <a:endParaRPr sz="209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 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Enhancements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integration for authentication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Password breach detection using APIs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password suggestions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 &amp; Signup system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Simple and effective security tool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Improves user awareness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Easy to use and interactive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800"/>
              <a:t>Can be extended to real-world applications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